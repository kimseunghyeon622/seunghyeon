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1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4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05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28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99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7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20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796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09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21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24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972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D7C12-AA9E-4887-ACB3-8702ED104DCC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EB106-139D-47D0-8000-A93695E40D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9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13C6CB1A-0A86-C892-48CF-872AAA3110D9}"/>
              </a:ext>
            </a:extLst>
          </p:cNvPr>
          <p:cNvGrpSpPr/>
          <p:nvPr/>
        </p:nvGrpSpPr>
        <p:grpSpPr>
          <a:xfrm>
            <a:off x="0" y="0"/>
            <a:ext cx="6858000" cy="9906000"/>
            <a:chOff x="0" y="0"/>
            <a:chExt cx="6858000" cy="990600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69EB045-03B7-A1B5-BE96-5C6B80AB1389}"/>
                </a:ext>
              </a:extLst>
            </p:cNvPr>
            <p:cNvGrpSpPr/>
            <p:nvPr/>
          </p:nvGrpSpPr>
          <p:grpSpPr>
            <a:xfrm>
              <a:off x="0" y="0"/>
              <a:ext cx="6858000" cy="9906000"/>
              <a:chOff x="0" y="0"/>
              <a:chExt cx="6858000" cy="9906000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27DE8E71-A484-623C-0540-D530D6C193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000" t="16806" r="15000" b="15972"/>
              <a:stretch>
                <a:fillRect/>
              </a:stretch>
            </p:blipFill>
            <p:spPr>
              <a:xfrm>
                <a:off x="0" y="0"/>
                <a:ext cx="6858000" cy="9906000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9104BC43-2FEE-892F-53D1-B751BD7AAC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269" t="37606" r="33703" b="29183"/>
              <a:stretch>
                <a:fillRect/>
              </a:stretch>
            </p:blipFill>
            <p:spPr>
              <a:xfrm>
                <a:off x="4089221" y="3040971"/>
                <a:ext cx="2550017" cy="4893972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DB8E9C4C-1BFE-E2E3-92C0-2E6F9E5D5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08648" y="3538794"/>
                <a:ext cx="2059597" cy="3898325"/>
              </a:xfrm>
              <a:prstGeom prst="rect">
                <a:avLst/>
              </a:prstGeom>
            </p:spPr>
          </p:pic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0648233C-F253-92F5-871C-7CB264C240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148" t="16806" r="60983" b="29348"/>
              <a:stretch>
                <a:fillRect/>
              </a:stretch>
            </p:blipFill>
            <p:spPr>
              <a:xfrm>
                <a:off x="2236344" y="0"/>
                <a:ext cx="1852877" cy="7934943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6F47F16E-DE40-E75E-C75C-75C5DD0195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148" t="16806" r="60983" b="63705"/>
              <a:stretch>
                <a:fillRect/>
              </a:stretch>
            </p:blipFill>
            <p:spPr>
              <a:xfrm>
                <a:off x="2236343" y="0"/>
                <a:ext cx="4306125" cy="2871990"/>
              </a:xfrm>
              <a:prstGeom prst="rect">
                <a:avLst/>
              </a:prstGeom>
            </p:spPr>
          </p:pic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D0B6258B-42EA-A054-A139-47633D057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658" t="71799" r="45563" b="15972"/>
              <a:stretch>
                <a:fillRect/>
              </a:stretch>
            </p:blipFill>
            <p:spPr>
              <a:xfrm>
                <a:off x="3863663" y="8103924"/>
                <a:ext cx="2678806" cy="1802076"/>
              </a:xfrm>
              <a:prstGeom prst="rect">
                <a:avLst/>
              </a:prstGeom>
            </p:spPr>
          </p:pic>
        </p:grp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E8954B87-786A-2CD1-75BA-03AE0498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00" t="37287" r="60983" b="59494"/>
            <a:stretch>
              <a:fillRect/>
            </a:stretch>
          </p:blipFill>
          <p:spPr>
            <a:xfrm>
              <a:off x="315532" y="490795"/>
              <a:ext cx="6323706" cy="2188905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B1F676C-12DD-E754-5C25-6B0C378BC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00" t="37287" r="60983" b="59494"/>
            <a:stretch>
              <a:fillRect/>
            </a:stretch>
          </p:blipFill>
          <p:spPr>
            <a:xfrm>
              <a:off x="267147" y="3040970"/>
              <a:ext cx="3770508" cy="110610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67AD82A2-A05A-2F9C-FB6F-43395CD0C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00" t="37287" r="60983" b="59494"/>
            <a:stretch>
              <a:fillRect/>
            </a:stretch>
          </p:blipFill>
          <p:spPr>
            <a:xfrm>
              <a:off x="1311619" y="5006107"/>
              <a:ext cx="2726036" cy="714563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11B87927-A2E3-8461-6FEE-8B1F0DAC4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00" t="37287" r="60983" b="59494"/>
            <a:stretch>
              <a:fillRect/>
            </a:stretch>
          </p:blipFill>
          <p:spPr>
            <a:xfrm>
              <a:off x="1320442" y="5954694"/>
              <a:ext cx="2726036" cy="714563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74F1C24A-C9CE-3E69-50E1-E5890FB9C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00" t="37287" r="60983" b="59494"/>
            <a:stretch>
              <a:fillRect/>
            </a:stretch>
          </p:blipFill>
          <p:spPr>
            <a:xfrm>
              <a:off x="1363185" y="6928857"/>
              <a:ext cx="2726036" cy="714563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0B2B2A3A-1338-57FC-34D4-E5708FCAE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00" t="37287" r="60983" b="59494"/>
            <a:stretch>
              <a:fillRect/>
            </a:stretch>
          </p:blipFill>
          <p:spPr>
            <a:xfrm>
              <a:off x="315532" y="4316058"/>
              <a:ext cx="3722123" cy="456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014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0</Words>
  <Application>Microsoft Office PowerPoint</Application>
  <PresentationFormat>A4 용지(210x297mm)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 hyeon kim</dc:creator>
  <cp:lastModifiedBy>seung hyeon kim</cp:lastModifiedBy>
  <cp:revision>2</cp:revision>
  <dcterms:created xsi:type="dcterms:W3CDTF">2026-02-11T14:48:08Z</dcterms:created>
  <dcterms:modified xsi:type="dcterms:W3CDTF">2026-02-11T15:01:48Z</dcterms:modified>
</cp:coreProperties>
</file>